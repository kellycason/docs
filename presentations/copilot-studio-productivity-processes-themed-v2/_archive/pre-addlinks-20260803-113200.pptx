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8" r:id="rId3"/>
    <p:sldId id="259" r:id="rId4"/>
    <p:sldId id="260" r:id="rId5"/>
    <p:sldId id="294" r:id="rId6"/>
    <p:sldId id="263" r:id="rId7"/>
    <p:sldId id="264" r:id="rId8"/>
    <p:sldId id="295" r:id="rId9"/>
    <p:sldId id="265" r:id="rId10"/>
    <p:sldId id="29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147" d="100"/>
          <a:sy n="147" d="100"/>
        </p:scale>
        <p:origin x="792"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5.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svg"/><Relationship Id="rId15" Type="http://schemas.openxmlformats.org/officeDocument/2006/relationships/image" Target="../media/image23.png"/><Relationship Id="rId10" Type="http://schemas.openxmlformats.org/officeDocument/2006/relationships/image" Target="../media/image18.svg"/><Relationship Id="rId19" Type="http://schemas.openxmlformats.org/officeDocument/2006/relationships/image" Target="../media/image27.png"/><Relationship Id="rId4" Type="http://schemas.openxmlformats.org/officeDocument/2006/relationships/image" Target="../media/image12.svg"/><Relationship Id="rId9" Type="http://schemas.openxmlformats.org/officeDocument/2006/relationships/image" Target="../media/image17.sv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greets the vendor on the website</a:t>
            </a:r>
          </a:p>
          <a:p>
            <a:r>
              <a:rPr lang="en-US" sz="900" b="0" dirty="0">
                <a:solidFill>
                  <a:srgbClr val="5B6672"/>
                </a:solidFill>
                <a:latin typeface="Segoe UI" pitchFamily="34" charset="0"/>
                <a:ea typeface="Segoe UI" pitchFamily="34" charset="-122"/>
                <a:cs typeface="Segoe UI" pitchFamily="34" charset="-120"/>
              </a:rPr>
              <a:t>•  Vendor asks to submit a new proposal</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3"/>
          <a:stretch>
            <a:fillRect/>
          </a:stretch>
        </p:blipFill>
        <p:spPr>
          <a:xfrm>
            <a:off x="3145536" y="2715768"/>
            <a:ext cx="502920" cy="502920"/>
          </a:xfrm>
          <a:prstGeom prst="rect">
            <a:avLst/>
          </a:prstGeom>
        </p:spPr>
      </p:pic>
      <p:sp>
        <p:nvSpPr>
          <p:cNvPr id="10"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3"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4"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5"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pic>
        <p:nvPicPr>
          <p:cNvPr id="34" name="Picture 33" descr="power-automate.png"/>
          <p:cNvPicPr>
            <a:picLocks noChangeAspect="1"/>
          </p:cNvPicPr>
          <p:nvPr/>
        </p:nvPicPr>
        <p:blipFill>
          <a:blip r:embed="rId4"/>
          <a:stretch>
            <a:fillRect/>
          </a:stretch>
        </p:blipFill>
        <p:spPr>
          <a:xfrm>
            <a:off x="6839712" y="2705572"/>
            <a:ext cx="502920" cy="502920"/>
          </a:xfrm>
          <a:prstGeom prst="rect">
            <a:avLst/>
          </a:prstGeom>
        </p:spPr>
      </p:pic>
      <p:sp>
        <p:nvSpPr>
          <p:cNvPr id="16"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7"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8"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9"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pic>
        <p:nvPicPr>
          <p:cNvPr id="35" name="Picture 34" descr="dataverse.png"/>
          <p:cNvPicPr>
            <a:picLocks noChangeAspect="1"/>
          </p:cNvPicPr>
          <p:nvPr/>
        </p:nvPicPr>
        <p:blipFill>
          <a:blip r:embed="rId5"/>
          <a:stretch>
            <a:fillRect/>
          </a:stretch>
        </p:blipFill>
        <p:spPr>
          <a:xfrm>
            <a:off x="10533888" y="2715768"/>
            <a:ext cx="502920" cy="502920"/>
          </a:xfrm>
          <a:prstGeom prst="rect">
            <a:avLst/>
          </a:prstGeom>
        </p:spPr>
      </p:pic>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pic>
        <p:nvPicPr>
          <p:cNvPr id="25" name="Image 0" descr="preencoded.png">
            <a:extLst>
              <a:ext uri="{FF2B5EF4-FFF2-40B4-BE49-F238E27FC236}">
                <a16:creationId xmlns:a16="http://schemas.microsoft.com/office/drawing/2014/main" id="{1B5B4354-1106-14E8-4548-F25B2B2703DC}"/>
              </a:ext>
            </a:extLst>
          </p:cNvPr>
          <p:cNvPicPr>
            <a:picLocks noChangeAspect="1"/>
          </p:cNvPicPr>
          <p:nvPr/>
        </p:nvPicPr>
        <p:blipFill>
          <a:blip r:embed="rId6"/>
          <a:stretch>
            <a:fillRect/>
          </a:stretch>
        </p:blipFill>
        <p:spPr>
          <a:xfrm>
            <a:off x="2672638" y="2762540"/>
            <a:ext cx="429768" cy="429768"/>
          </a:xfrm>
          <a:prstGeom prst="rect">
            <a:avLst/>
          </a:prstGeom>
        </p:spPr>
      </p:pic>
      <p:pic>
        <p:nvPicPr>
          <p:cNvPr id="27" name="Picture 26" descr="image.png">
            <a:extLst>
              <a:ext uri="{FF2B5EF4-FFF2-40B4-BE49-F238E27FC236}">
                <a16:creationId xmlns:a16="http://schemas.microsoft.com/office/drawing/2014/main" id="{0A2B537D-792E-8A61-5AEA-EA5E1F690400}"/>
              </a:ext>
            </a:extLst>
          </p:cNvPr>
          <p:cNvPicPr>
            <a:picLocks noChangeAspect="1"/>
          </p:cNvPicPr>
          <p:nvPr/>
        </p:nvPicPr>
        <p:blipFill>
          <a:blip r:embed="rId3"/>
          <a:stretch>
            <a:fillRect/>
          </a:stretch>
        </p:blipFill>
        <p:spPr>
          <a:xfrm>
            <a:off x="10885932" y="436444"/>
            <a:ext cx="502920" cy="502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NEXT STEPS</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r>
              <a:rPr lang="en-US" sz="2500" b="1" dirty="0">
                <a:solidFill>
                  <a:srgbClr val="091F2C"/>
                </a:solidFill>
                <a:latin typeface="Segoe UI Semibold" pitchFamily="34" charset="0"/>
                <a:ea typeface="Segoe UI Semibold" pitchFamily="34" charset="-122"/>
                <a:cs typeface="Segoe UI Semibold" pitchFamily="34" charset="-120"/>
              </a:rPr>
              <a:t>Where to Start Learning with </a:t>
            </a:r>
            <a:r>
              <a:rPr lang="en-US" sz="2500" b="1" dirty="0">
                <a:solidFill>
                  <a:srgbClr val="8661C5"/>
                </a:solidFill>
                <a:latin typeface="Segoe UI Semibold" pitchFamily="34" charset="0"/>
                <a:ea typeface="Segoe UI Semibold" pitchFamily="34" charset="-122"/>
                <a:cs typeface="Segoe UI Semibold" pitchFamily="34" charset="-120"/>
              </a:rPr>
              <a:t>Copilot Studio </a:t>
            </a:r>
            <a:endParaRPr lang="en-US" sz="2500" dirty="0"/>
          </a:p>
        </p:txBody>
      </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10</a:t>
            </a:r>
            <a:endParaRPr lang="en-US" sz="900" dirty="0"/>
          </a:p>
        </p:txBody>
      </p:sp>
      <p:sp>
        <p:nvSpPr>
          <p:cNvPr id="8" name="Shape 5"/>
          <p:cNvSpPr/>
          <p:nvPr/>
        </p:nvSpPr>
        <p:spPr>
          <a:xfrm>
            <a:off x="685800"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28" name="Picture 27" descr="ic-learn.png"/>
          <p:cNvPicPr>
            <a:picLocks noChangeAspect="1"/>
          </p:cNvPicPr>
          <p:nvPr/>
        </p:nvPicPr>
        <p:blipFill>
          <a:blip r:embed="rId2"/>
          <a:stretch>
            <a:fillRect/>
          </a:stretch>
        </p:blipFill>
        <p:spPr>
          <a:xfrm>
            <a:off x="1476756" y="2798064"/>
            <a:ext cx="749808" cy="749808"/>
          </a:xfrm>
          <a:prstGeom prst="rect">
            <a:avLst/>
          </a:prstGeom>
        </p:spPr>
      </p:pic>
      <p:sp>
        <p:nvSpPr>
          <p:cNvPr id="29" name="TextBox 28"/>
          <p:cNvSpPr txBox="1"/>
          <p:nvPr/>
        </p:nvSpPr>
        <p:spPr>
          <a:xfrm>
            <a:off x="868680" y="3675887"/>
            <a:ext cx="1965960" cy="310896"/>
          </a:xfrm>
          <a:prstGeom prst="rect">
            <a:avLst/>
          </a:prstGeom>
          <a:noFill/>
        </p:spPr>
        <p:txBody>
          <a:bodyPr wrap="square" lIns="0" tIns="0" rIns="0" bIns="0" anchor="t">
            <a:spAutoFit/>
          </a:bodyPr>
          <a:lstStyle/>
          <a:p>
            <a:pPr algn="ctr"/>
            <a:r>
              <a:rPr sz="1500" b="1" u="none">
                <a:solidFill>
                  <a:srgbClr val="201F33"/>
                </a:solidFill>
                <a:latin typeface="Segoe UI Semibold"/>
              </a:rPr>
              <a:t>LEARN</a:t>
            </a:r>
          </a:p>
        </p:txBody>
      </p:sp>
      <p:sp>
        <p:nvSpPr>
          <p:cNvPr id="30" name="TextBox 29"/>
          <p:cNvSpPr txBox="1"/>
          <p:nvPr/>
        </p:nvSpPr>
        <p:spPr>
          <a:xfrm>
            <a:off x="886968"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Product documentation and guided learning paths</a:t>
            </a:r>
          </a:p>
        </p:txBody>
      </p:sp>
      <p:sp>
        <p:nvSpPr>
          <p:cNvPr id="31" name="TextBox 30"/>
          <p:cNvSpPr txBox="1"/>
          <p:nvPr/>
        </p:nvSpPr>
        <p:spPr>
          <a:xfrm>
            <a:off x="868680" y="4773168"/>
            <a:ext cx="1965960" cy="274320"/>
          </a:xfrm>
          <a:prstGeom prst="rect">
            <a:avLst/>
          </a:prstGeom>
          <a:noFill/>
        </p:spPr>
        <p:txBody>
          <a:bodyPr wrap="square" lIns="0" tIns="0" rIns="0" bIns="0" anchor="t">
            <a:spAutoFit/>
          </a:bodyPr>
          <a:lstStyle/>
          <a:p>
            <a:pPr algn="ctr"/>
            <a:r>
              <a:rPr sz="1050" b="0" u="sng">
                <a:solidFill>
                  <a:srgbClr val="464FEB"/>
                </a:solidFill>
                <a:latin typeface="Segoe UI Semibold"/>
              </a:rPr>
              <a:t>Microsoft Learn</a:t>
            </a:r>
          </a:p>
        </p:txBody>
      </p:sp>
      <p:sp>
        <p:nvSpPr>
          <p:cNvPr id="5" name="Shape 5"/>
          <p:cNvSpPr/>
          <p:nvPr/>
        </p:nvSpPr>
        <p:spPr>
          <a:xfrm>
            <a:off x="357530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2" name="Picture 31" descr="ic-build.png"/>
          <p:cNvPicPr>
            <a:picLocks noChangeAspect="1"/>
          </p:cNvPicPr>
          <p:nvPr/>
        </p:nvPicPr>
        <p:blipFill>
          <a:blip r:embed="rId3"/>
          <a:stretch>
            <a:fillRect/>
          </a:stretch>
        </p:blipFill>
        <p:spPr>
          <a:xfrm>
            <a:off x="4366260" y="2798064"/>
            <a:ext cx="749808" cy="749808"/>
          </a:xfrm>
          <a:prstGeom prst="rect">
            <a:avLst/>
          </a:prstGeom>
        </p:spPr>
      </p:pic>
      <p:sp>
        <p:nvSpPr>
          <p:cNvPr id="33" name="TextBox 32"/>
          <p:cNvSpPr txBox="1"/>
          <p:nvPr/>
        </p:nvSpPr>
        <p:spPr>
          <a:xfrm>
            <a:off x="3758184" y="3675887"/>
            <a:ext cx="1965960" cy="310896"/>
          </a:xfrm>
          <a:prstGeom prst="rect">
            <a:avLst/>
          </a:prstGeom>
          <a:noFill/>
        </p:spPr>
        <p:txBody>
          <a:bodyPr wrap="square" lIns="0" tIns="0" rIns="0" bIns="0" anchor="t">
            <a:spAutoFit/>
          </a:bodyPr>
          <a:lstStyle/>
          <a:p>
            <a:pPr algn="ctr"/>
            <a:r>
              <a:rPr sz="1500" b="1" u="none">
                <a:solidFill>
                  <a:srgbClr val="201F33"/>
                </a:solidFill>
                <a:latin typeface="Segoe UI Semibold"/>
              </a:rPr>
              <a:t>BUILD</a:t>
            </a:r>
          </a:p>
        </p:txBody>
      </p:sp>
      <p:sp>
        <p:nvSpPr>
          <p:cNvPr id="34" name="TextBox 33"/>
          <p:cNvSpPr txBox="1"/>
          <p:nvPr/>
        </p:nvSpPr>
        <p:spPr>
          <a:xfrm>
            <a:off x="3776472"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Hands-on workshops to create your first agent</a:t>
            </a:r>
          </a:p>
        </p:txBody>
      </p:sp>
      <p:sp>
        <p:nvSpPr>
          <p:cNvPr id="35" name="TextBox 34"/>
          <p:cNvSpPr txBox="1"/>
          <p:nvPr/>
        </p:nvSpPr>
        <p:spPr>
          <a:xfrm>
            <a:off x="3758184" y="4773168"/>
            <a:ext cx="1965960" cy="274320"/>
          </a:xfrm>
          <a:prstGeom prst="rect">
            <a:avLst/>
          </a:prstGeom>
          <a:noFill/>
        </p:spPr>
        <p:txBody>
          <a:bodyPr wrap="square" lIns="0" tIns="0" rIns="0" bIns="0" anchor="t">
            <a:spAutoFit/>
          </a:bodyPr>
          <a:lstStyle/>
          <a:p>
            <a:pPr algn="ctr"/>
            <a:r>
              <a:rPr sz="1050" b="0" u="sng" dirty="0">
                <a:solidFill>
                  <a:srgbClr val="464FEB"/>
                </a:solidFill>
                <a:latin typeface="Segoe UI Semibold"/>
              </a:rPr>
              <a:t>Guided workshop</a:t>
            </a:r>
          </a:p>
        </p:txBody>
      </p:sp>
      <p:sp>
        <p:nvSpPr>
          <p:cNvPr id="6" name="Shape 5"/>
          <p:cNvSpPr/>
          <p:nvPr/>
        </p:nvSpPr>
        <p:spPr>
          <a:xfrm>
            <a:off x="6473952"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6" name="Picture 35" descr="ic-advance.png"/>
          <p:cNvPicPr>
            <a:picLocks noChangeAspect="1"/>
          </p:cNvPicPr>
          <p:nvPr/>
        </p:nvPicPr>
        <p:blipFill>
          <a:blip r:embed="rId4"/>
          <a:stretch>
            <a:fillRect/>
          </a:stretch>
        </p:blipFill>
        <p:spPr>
          <a:xfrm>
            <a:off x="7264908" y="2798064"/>
            <a:ext cx="749808" cy="749808"/>
          </a:xfrm>
          <a:prstGeom prst="rect">
            <a:avLst/>
          </a:prstGeom>
        </p:spPr>
      </p:pic>
      <p:sp>
        <p:nvSpPr>
          <p:cNvPr id="37" name="TextBox 36"/>
          <p:cNvSpPr txBox="1"/>
          <p:nvPr/>
        </p:nvSpPr>
        <p:spPr>
          <a:xfrm>
            <a:off x="6656832" y="3675887"/>
            <a:ext cx="1965960" cy="310896"/>
          </a:xfrm>
          <a:prstGeom prst="rect">
            <a:avLst/>
          </a:prstGeom>
          <a:noFill/>
        </p:spPr>
        <p:txBody>
          <a:bodyPr wrap="square" lIns="0" tIns="0" rIns="0" bIns="0" anchor="t">
            <a:spAutoFit/>
          </a:bodyPr>
          <a:lstStyle/>
          <a:p>
            <a:pPr algn="ctr"/>
            <a:r>
              <a:rPr sz="1500" b="1" u="none">
                <a:solidFill>
                  <a:srgbClr val="201F33"/>
                </a:solidFill>
                <a:latin typeface="Segoe UI Semibold"/>
              </a:rPr>
              <a:t>ADVANCE</a:t>
            </a:r>
          </a:p>
        </p:txBody>
      </p:sp>
      <p:sp>
        <p:nvSpPr>
          <p:cNvPr id="38" name="TextBox 37"/>
          <p:cNvSpPr txBox="1"/>
          <p:nvPr/>
        </p:nvSpPr>
        <p:spPr>
          <a:xfrm>
            <a:off x="6675120"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Structured training for agent design and development</a:t>
            </a:r>
          </a:p>
        </p:txBody>
      </p:sp>
      <p:sp>
        <p:nvSpPr>
          <p:cNvPr id="39" name="TextBox 38"/>
          <p:cNvSpPr txBox="1"/>
          <p:nvPr/>
        </p:nvSpPr>
        <p:spPr>
          <a:xfrm>
            <a:off x="6656832" y="4773168"/>
            <a:ext cx="1965960" cy="274320"/>
          </a:xfrm>
          <a:prstGeom prst="rect">
            <a:avLst/>
          </a:prstGeom>
          <a:noFill/>
        </p:spPr>
        <p:txBody>
          <a:bodyPr wrap="square" lIns="0" tIns="0" rIns="0" bIns="0" anchor="t">
            <a:spAutoFit/>
          </a:bodyPr>
          <a:lstStyle/>
          <a:p>
            <a:pPr algn="ctr"/>
            <a:r>
              <a:rPr sz="1050" b="0" u="sng">
                <a:solidFill>
                  <a:srgbClr val="464FEB"/>
                </a:solidFill>
                <a:latin typeface="Segoe UI Semibold"/>
              </a:rPr>
              <a:t>Training path</a:t>
            </a:r>
          </a:p>
        </p:txBody>
      </p:sp>
      <p:sp>
        <p:nvSpPr>
          <p:cNvPr id="7" name="Shape 5"/>
          <p:cNvSpPr/>
          <p:nvPr/>
        </p:nvSpPr>
        <p:spPr>
          <a:xfrm>
            <a:off x="9381744" y="2578608"/>
            <a:ext cx="2331720" cy="2551176"/>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40" name="Picture 39" descr="ic-adopt.png"/>
          <p:cNvPicPr>
            <a:picLocks noChangeAspect="1"/>
          </p:cNvPicPr>
          <p:nvPr/>
        </p:nvPicPr>
        <p:blipFill>
          <a:blip r:embed="rId5"/>
          <a:stretch>
            <a:fillRect/>
          </a:stretch>
        </p:blipFill>
        <p:spPr>
          <a:xfrm>
            <a:off x="10172700" y="2798064"/>
            <a:ext cx="749808" cy="749808"/>
          </a:xfrm>
          <a:prstGeom prst="rect">
            <a:avLst/>
          </a:prstGeom>
        </p:spPr>
      </p:pic>
      <p:sp>
        <p:nvSpPr>
          <p:cNvPr id="41" name="TextBox 40"/>
          <p:cNvSpPr txBox="1"/>
          <p:nvPr/>
        </p:nvSpPr>
        <p:spPr>
          <a:xfrm>
            <a:off x="9564624" y="3675887"/>
            <a:ext cx="1965960" cy="310896"/>
          </a:xfrm>
          <a:prstGeom prst="rect">
            <a:avLst/>
          </a:prstGeom>
          <a:noFill/>
        </p:spPr>
        <p:txBody>
          <a:bodyPr wrap="square" lIns="0" tIns="0" rIns="0" bIns="0" anchor="t">
            <a:spAutoFit/>
          </a:bodyPr>
          <a:lstStyle/>
          <a:p>
            <a:pPr algn="ctr"/>
            <a:r>
              <a:rPr sz="1500" b="1" u="none">
                <a:solidFill>
                  <a:srgbClr val="201F33"/>
                </a:solidFill>
                <a:latin typeface="Segoe UI Semibold"/>
              </a:rPr>
              <a:t>ADOPT</a:t>
            </a:r>
          </a:p>
        </p:txBody>
      </p:sp>
      <p:sp>
        <p:nvSpPr>
          <p:cNvPr id="42" name="TextBox 41"/>
          <p:cNvSpPr txBox="1"/>
          <p:nvPr/>
        </p:nvSpPr>
        <p:spPr>
          <a:xfrm>
            <a:off x="9582912" y="4041648"/>
            <a:ext cx="1929384" cy="713232"/>
          </a:xfrm>
          <a:prstGeom prst="rect">
            <a:avLst/>
          </a:prstGeom>
          <a:noFill/>
        </p:spPr>
        <p:txBody>
          <a:bodyPr wrap="square" lIns="0" tIns="0" rIns="0" bIns="0" anchor="t">
            <a:spAutoFit/>
          </a:bodyPr>
          <a:lstStyle/>
          <a:p>
            <a:pPr algn="ctr"/>
            <a:r>
              <a:rPr sz="1150" b="0" u="none">
                <a:solidFill>
                  <a:srgbClr val="44445A"/>
                </a:solidFill>
                <a:latin typeface="Segoe UI"/>
              </a:rPr>
              <a:t>Guidance and scenarios for organizational adoption</a:t>
            </a:r>
          </a:p>
        </p:txBody>
      </p:sp>
      <p:sp>
        <p:nvSpPr>
          <p:cNvPr id="43" name="TextBox 42"/>
          <p:cNvSpPr txBox="1"/>
          <p:nvPr/>
        </p:nvSpPr>
        <p:spPr>
          <a:xfrm>
            <a:off x="9564624" y="4773168"/>
            <a:ext cx="1965960" cy="274320"/>
          </a:xfrm>
          <a:prstGeom prst="rect">
            <a:avLst/>
          </a:prstGeom>
          <a:noFill/>
        </p:spPr>
        <p:txBody>
          <a:bodyPr wrap="square" lIns="0" tIns="0" rIns="0" bIns="0" anchor="t">
            <a:spAutoFit/>
          </a:bodyPr>
          <a:lstStyle/>
          <a:p>
            <a:pPr algn="ctr"/>
            <a:r>
              <a:rPr sz="1050" b="0" u="sng">
                <a:solidFill>
                  <a:srgbClr val="464FEB"/>
                </a:solidFill>
                <a:latin typeface="Segoe UI Semibold"/>
              </a:rPr>
              <a:t>Adoption resources</a:t>
            </a:r>
          </a:p>
        </p:txBody>
      </p:sp>
      <p:sp>
        <p:nvSpPr>
          <p:cNvPr id="10" name="TextBox 9">
            <a:extLst>
              <a:ext uri="{FF2B5EF4-FFF2-40B4-BE49-F238E27FC236}">
                <a16:creationId xmlns:a16="http://schemas.microsoft.com/office/drawing/2014/main" id="{3C550C75-7216-8543-AA41-4C123DC3CEC1}"/>
              </a:ext>
            </a:extLst>
          </p:cNvPr>
          <p:cNvSpPr txBox="1"/>
          <p:nvPr/>
        </p:nvSpPr>
        <p:spPr>
          <a:xfrm>
            <a:off x="710546" y="1545035"/>
            <a:ext cx="6095276" cy="295466"/>
          </a:xfrm>
          <a:prstGeom prst="rect">
            <a:avLst/>
          </a:prstGeom>
          <a:noFill/>
        </p:spPr>
        <p:txBody>
          <a:bodyPr wrap="square">
            <a:sp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Curated resources to help your organization learn, build, and scale.</a:t>
            </a:r>
          </a:p>
        </p:txBody>
      </p:sp>
      <p:pic>
        <p:nvPicPr>
          <p:cNvPr id="14" name="Picture 13" descr="image.png">
            <a:extLst>
              <a:ext uri="{FF2B5EF4-FFF2-40B4-BE49-F238E27FC236}">
                <a16:creationId xmlns:a16="http://schemas.microsoft.com/office/drawing/2014/main" id="{8AFB681A-9930-7FEA-4158-4D345C894BA9}"/>
              </a:ext>
            </a:extLst>
          </p:cNvPr>
          <p:cNvPicPr>
            <a:picLocks noChangeAspect="1"/>
          </p:cNvPicPr>
          <p:nvPr/>
        </p:nvPicPr>
        <p:blipFill>
          <a:blip r:embed="rId6"/>
          <a:stretch>
            <a:fillRect/>
          </a:stretch>
        </p:blipFill>
        <p:spPr>
          <a:xfrm>
            <a:off x="10885932" y="436444"/>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3780</TotalTime>
  <Words>1649</Words>
  <Application>Microsoft Office PowerPoint</Application>
  <PresentationFormat>Widescreen</PresentationFormat>
  <Paragraphs>218</Paragraphs>
  <Slides>10</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26</cp:revision>
  <dcterms:created xsi:type="dcterms:W3CDTF">2026-07-29T22:18:20Z</dcterms:created>
  <dcterms:modified xsi:type="dcterms:W3CDTF">2026-08-03T15:29:25Z</dcterms:modified>
</cp:coreProperties>
</file>